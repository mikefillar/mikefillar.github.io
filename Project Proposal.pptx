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1" r:id="rId3"/>
    <p:sldId id="262" r:id="rId4"/>
    <p:sldId id="257" r:id="rId5"/>
    <p:sldId id="258" r:id="rId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fillar21@gmail.com" initials="m" lastIdx="1" clrIdx="0">
    <p:extLst>
      <p:ext uri="{19B8F6BF-5375-455C-9EA6-DF929625EA0E}">
        <p15:presenceInfo xmlns:p15="http://schemas.microsoft.com/office/powerpoint/2012/main" userId="1600ce0ef1b0b37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55" autoAdjust="0"/>
  </p:normalViewPr>
  <p:slideViewPr>
    <p:cSldViewPr snapToGrid="0">
      <p:cViewPr varScale="1">
        <p:scale>
          <a:sx n="80" d="100"/>
          <a:sy n="80" d="100"/>
        </p:scale>
        <p:origin x="11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99376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e6823500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e6823500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843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e682350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e682350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fontAlgn="auto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32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e682350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e682350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696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92d018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92d018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01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89" b="99"/>
          <a:stretch/>
        </p:blipFill>
        <p:spPr>
          <a:xfrm>
            <a:off x="0" y="0"/>
            <a:ext cx="914399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0" y="209425"/>
            <a:ext cx="1152502" cy="3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500" y="4790750"/>
            <a:ext cx="736900" cy="1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78100" y="4714125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6249" y="1714500"/>
            <a:ext cx="4382965" cy="252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dirty="0">
                <a:latin typeface="Roboto"/>
                <a:ea typeface="Roboto"/>
                <a:cs typeface="Roboto"/>
                <a:sym typeface="Roboto"/>
              </a:rPr>
              <a:t>Project Proposal</a:t>
            </a:r>
            <a:endParaRPr sz="38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Roboto"/>
                <a:ea typeface="Roboto"/>
                <a:cs typeface="Roboto"/>
                <a:sym typeface="Roboto"/>
              </a:rPr>
              <a:t>Title: One Piece Gallery</a:t>
            </a:r>
            <a:endParaRPr sz="20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Roboto"/>
                <a:ea typeface="Roboto"/>
                <a:cs typeface="Roboto"/>
                <a:sym typeface="Roboto"/>
              </a:rPr>
              <a:t>Team members and roles: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Roboto"/>
                <a:ea typeface="Roboto"/>
                <a:cs typeface="Roboto"/>
                <a:sym typeface="Roboto"/>
              </a:rPr>
              <a:t>Mike Fillar</a:t>
            </a:r>
            <a:endParaRPr sz="20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13"/>
          <p:cNvSpPr txBox="1"/>
          <p:nvPr/>
        </p:nvSpPr>
        <p:spPr>
          <a:xfrm>
            <a:off x="6034840" y="1167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lt1"/>
                </a:solidFill>
              </a:rPr>
              <a:t>Project no. 1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55" y="-45836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0" y="145325"/>
            <a:ext cx="1152502" cy="3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500" y="4790750"/>
            <a:ext cx="736900" cy="1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78100" y="4714125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7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28450" y="1218425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Description </a:t>
            </a:r>
            <a:endParaRPr sz="2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348650" y="209850"/>
            <a:ext cx="2369700" cy="25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5425" y="243425"/>
            <a:ext cx="188175" cy="1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3C4324A1-B68A-8110-F9FB-484E36CAACE4}"/>
              </a:ext>
            </a:extLst>
          </p:cNvPr>
          <p:cNvSpPr txBox="1"/>
          <p:nvPr/>
        </p:nvSpPr>
        <p:spPr>
          <a:xfrm>
            <a:off x="278100" y="1618625"/>
            <a:ext cx="7601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	is a site wherein you can browse one piece characters. There’s also products corresponding the characters.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68;p14">
            <a:extLst>
              <a:ext uri="{FF2B5EF4-FFF2-40B4-BE49-F238E27FC236}">
                <a16:creationId xmlns:a16="http://schemas.microsoft.com/office/drawing/2014/main" id="{C7E9EDFB-CA51-0DEA-6695-5CEFA2592E44}"/>
              </a:ext>
            </a:extLst>
          </p:cNvPr>
          <p:cNvSpPr txBox="1"/>
          <p:nvPr/>
        </p:nvSpPr>
        <p:spPr>
          <a:xfrm>
            <a:off x="528450" y="2394842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 User:</a:t>
            </a:r>
            <a:endParaRPr sz="2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69;p14">
            <a:extLst>
              <a:ext uri="{FF2B5EF4-FFF2-40B4-BE49-F238E27FC236}">
                <a16:creationId xmlns:a16="http://schemas.microsoft.com/office/drawing/2014/main" id="{A5E89D27-E72A-B04B-D5E7-FFE57BE71954}"/>
              </a:ext>
            </a:extLst>
          </p:cNvPr>
          <p:cNvSpPr txBox="1"/>
          <p:nvPr/>
        </p:nvSpPr>
        <p:spPr>
          <a:xfrm>
            <a:off x="528450" y="2772100"/>
            <a:ext cx="7601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One piece fanatics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People who’s curious about One piece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Neutral peoples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3524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4;p14">
            <a:extLst>
              <a:ext uri="{FF2B5EF4-FFF2-40B4-BE49-F238E27FC236}">
                <a16:creationId xmlns:a16="http://schemas.microsoft.com/office/drawing/2014/main" id="{08CF7EE6-48D2-03AF-E8D7-47DBF2E8E2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9" y="2292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0;p14">
            <a:extLst>
              <a:ext uri="{FF2B5EF4-FFF2-40B4-BE49-F238E27FC236}">
                <a16:creationId xmlns:a16="http://schemas.microsoft.com/office/drawing/2014/main" id="{AE575A68-05A8-AE92-C1F3-BB75AF3A7AF3}"/>
              </a:ext>
            </a:extLst>
          </p:cNvPr>
          <p:cNvSpPr/>
          <p:nvPr/>
        </p:nvSpPr>
        <p:spPr>
          <a:xfrm>
            <a:off x="6348650" y="209850"/>
            <a:ext cx="2369700" cy="25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71;p14">
            <a:extLst>
              <a:ext uri="{FF2B5EF4-FFF2-40B4-BE49-F238E27FC236}">
                <a16:creationId xmlns:a16="http://schemas.microsoft.com/office/drawing/2014/main" id="{928C51C1-B88A-33A4-A6F8-7622445FFE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5425" y="243425"/>
            <a:ext cx="188175" cy="1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6;p14">
            <a:extLst>
              <a:ext uri="{FF2B5EF4-FFF2-40B4-BE49-F238E27FC236}">
                <a16:creationId xmlns:a16="http://schemas.microsoft.com/office/drawing/2014/main" id="{15EAEC07-0CE1-61EC-1F03-20AC326F86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500" y="4790750"/>
            <a:ext cx="736900" cy="1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70AF5879-4F27-1D87-542A-38A81EE4804C}"/>
              </a:ext>
            </a:extLst>
          </p:cNvPr>
          <p:cNvSpPr txBox="1"/>
          <p:nvPr/>
        </p:nvSpPr>
        <p:spPr>
          <a:xfrm>
            <a:off x="278100" y="4714125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7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Google Shape;65;p14">
            <a:extLst>
              <a:ext uri="{FF2B5EF4-FFF2-40B4-BE49-F238E27FC236}">
                <a16:creationId xmlns:a16="http://schemas.microsoft.com/office/drawing/2014/main" id="{9AD8EEDE-54C6-B794-7E53-6D63279F849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100" y="145325"/>
            <a:ext cx="1152502" cy="3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8;p14">
            <a:extLst>
              <a:ext uri="{FF2B5EF4-FFF2-40B4-BE49-F238E27FC236}">
                <a16:creationId xmlns:a16="http://schemas.microsoft.com/office/drawing/2014/main" id="{F96E2839-69AC-C5E0-B19E-5F1005945EF6}"/>
              </a:ext>
            </a:extLst>
          </p:cNvPr>
          <p:cNvSpPr txBox="1"/>
          <p:nvPr/>
        </p:nvSpPr>
        <p:spPr>
          <a:xfrm>
            <a:off x="528450" y="1218425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Objectives </a:t>
            </a:r>
            <a:endParaRPr sz="2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69;p14">
            <a:extLst>
              <a:ext uri="{FF2B5EF4-FFF2-40B4-BE49-F238E27FC236}">
                <a16:creationId xmlns:a16="http://schemas.microsoft.com/office/drawing/2014/main" id="{77794B0E-43B1-4FB0-686A-EBE42D42A729}"/>
              </a:ext>
            </a:extLst>
          </p:cNvPr>
          <p:cNvSpPr txBox="1"/>
          <p:nvPr/>
        </p:nvSpPr>
        <p:spPr>
          <a:xfrm>
            <a:off x="528450" y="1694948"/>
            <a:ext cx="7601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To innovate the system (from physical store to online selling)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To increase more audience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3793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9308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0" y="145325"/>
            <a:ext cx="1152502" cy="3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500" y="4790750"/>
            <a:ext cx="736900" cy="1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78100" y="4714125"/>
            <a:ext cx="89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28450" y="1218425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Deliverables and Goals</a:t>
            </a:r>
            <a:endParaRPr sz="2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348650" y="209850"/>
            <a:ext cx="2369700" cy="25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5425" y="243425"/>
            <a:ext cx="188175" cy="1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9;p14">
            <a:extLst>
              <a:ext uri="{FF2B5EF4-FFF2-40B4-BE49-F238E27FC236}">
                <a16:creationId xmlns:a16="http://schemas.microsoft.com/office/drawing/2014/main" id="{AEAEC56C-8E86-5619-3BFF-4892416EDE25}"/>
              </a:ext>
            </a:extLst>
          </p:cNvPr>
          <p:cNvSpPr txBox="1"/>
          <p:nvPr/>
        </p:nvSpPr>
        <p:spPr>
          <a:xfrm>
            <a:off x="724650" y="1807786"/>
            <a:ext cx="7601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Project Timeline				               Duration: 2weeks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Research					1-2 Days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Planning					1 Day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Designing					2-3 Days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Coding					5-7 Days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Presentation					1 Day					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;p15">
            <a:extLst>
              <a:ext uri="{FF2B5EF4-FFF2-40B4-BE49-F238E27FC236}">
                <a16:creationId xmlns:a16="http://schemas.microsoft.com/office/drawing/2014/main" id="{0AA7D6A3-82BC-FB8A-CD36-52461A791F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73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78;p15">
            <a:extLst>
              <a:ext uri="{FF2B5EF4-FFF2-40B4-BE49-F238E27FC236}">
                <a16:creationId xmlns:a16="http://schemas.microsoft.com/office/drawing/2014/main" id="{ECC3A5B9-0F5B-9486-3AB6-C67A4F5E8C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0" y="145325"/>
            <a:ext cx="1152502" cy="3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1;p15">
            <a:extLst>
              <a:ext uri="{FF2B5EF4-FFF2-40B4-BE49-F238E27FC236}">
                <a16:creationId xmlns:a16="http://schemas.microsoft.com/office/drawing/2014/main" id="{B6F0FA24-D287-80B0-F00F-EED877BEA85F}"/>
              </a:ext>
            </a:extLst>
          </p:cNvPr>
          <p:cNvSpPr txBox="1"/>
          <p:nvPr/>
        </p:nvSpPr>
        <p:spPr>
          <a:xfrm>
            <a:off x="485700" y="767270"/>
            <a:ext cx="4086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Hierarchical Sitemap</a:t>
            </a:r>
            <a:endParaRPr sz="2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83;p15">
            <a:extLst>
              <a:ext uri="{FF2B5EF4-FFF2-40B4-BE49-F238E27FC236}">
                <a16:creationId xmlns:a16="http://schemas.microsoft.com/office/drawing/2014/main" id="{C24F5373-4CC5-4CF9-9F1F-8D245FCB51DF}"/>
              </a:ext>
            </a:extLst>
          </p:cNvPr>
          <p:cNvSpPr/>
          <p:nvPr/>
        </p:nvSpPr>
        <p:spPr>
          <a:xfrm>
            <a:off x="6348650" y="209850"/>
            <a:ext cx="2369700" cy="2553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4;p15">
            <a:extLst>
              <a:ext uri="{FF2B5EF4-FFF2-40B4-BE49-F238E27FC236}">
                <a16:creationId xmlns:a16="http://schemas.microsoft.com/office/drawing/2014/main" id="{3EE9722D-8C49-E871-B6C7-9300567D154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5425" y="243425"/>
            <a:ext cx="188175" cy="1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279B1E-B6D0-A77A-37D0-E7EFC81FBFD9}"/>
              </a:ext>
            </a:extLst>
          </p:cNvPr>
          <p:cNvSpPr/>
          <p:nvPr/>
        </p:nvSpPr>
        <p:spPr>
          <a:xfrm>
            <a:off x="3807995" y="390966"/>
            <a:ext cx="1528010" cy="61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73DAF4-609D-BBB3-F59E-465057D1D67C}"/>
              </a:ext>
            </a:extLst>
          </p:cNvPr>
          <p:cNvSpPr/>
          <p:nvPr/>
        </p:nvSpPr>
        <p:spPr>
          <a:xfrm>
            <a:off x="885754" y="1484022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C5A15-862F-9007-D230-0C9A2E6C5F08}"/>
              </a:ext>
            </a:extLst>
          </p:cNvPr>
          <p:cNvSpPr/>
          <p:nvPr/>
        </p:nvSpPr>
        <p:spPr>
          <a:xfrm>
            <a:off x="2414401" y="1484022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91129-506B-7D7B-2574-D50B7B453F31}"/>
              </a:ext>
            </a:extLst>
          </p:cNvPr>
          <p:cNvSpPr/>
          <p:nvPr/>
        </p:nvSpPr>
        <p:spPr>
          <a:xfrm>
            <a:off x="7000342" y="1484022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8E337-20CF-EFE2-54B7-75461DE13FD1}"/>
              </a:ext>
            </a:extLst>
          </p:cNvPr>
          <p:cNvSpPr/>
          <p:nvPr/>
        </p:nvSpPr>
        <p:spPr>
          <a:xfrm>
            <a:off x="3967112" y="1455790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Character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2DB0B-47FA-429F-6D51-5518E883FEA7}"/>
              </a:ext>
            </a:extLst>
          </p:cNvPr>
          <p:cNvSpPr/>
          <p:nvPr/>
        </p:nvSpPr>
        <p:spPr>
          <a:xfrm>
            <a:off x="5471695" y="1484022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40974B-B82A-0AC1-077E-9433C7BDABF8}"/>
              </a:ext>
            </a:extLst>
          </p:cNvPr>
          <p:cNvSpPr/>
          <p:nvPr/>
        </p:nvSpPr>
        <p:spPr>
          <a:xfrm>
            <a:off x="885754" y="2388509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article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879555-BF28-489E-3E5C-BB1CC1D889DC}"/>
              </a:ext>
            </a:extLst>
          </p:cNvPr>
          <p:cNvSpPr/>
          <p:nvPr/>
        </p:nvSpPr>
        <p:spPr>
          <a:xfrm>
            <a:off x="885513" y="3292996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3995F0-864E-283D-AEBE-958AB53B9D0D}"/>
              </a:ext>
            </a:extLst>
          </p:cNvPr>
          <p:cNvSpPr/>
          <p:nvPr/>
        </p:nvSpPr>
        <p:spPr>
          <a:xfrm>
            <a:off x="885272" y="4126796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 Up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25432E-F18A-72FD-1270-DAF70F47E9CA}"/>
              </a:ext>
            </a:extLst>
          </p:cNvPr>
          <p:cNvSpPr/>
          <p:nvPr/>
        </p:nvSpPr>
        <p:spPr>
          <a:xfrm>
            <a:off x="2414401" y="2391089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Episode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1602E7-C3B4-FF4E-9D10-1EA7F039AD41}"/>
              </a:ext>
            </a:extLst>
          </p:cNvPr>
          <p:cNvSpPr/>
          <p:nvPr/>
        </p:nvSpPr>
        <p:spPr>
          <a:xfrm>
            <a:off x="2414401" y="3289438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Movies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CD39F9-3352-5165-37C6-061F566F9838}"/>
              </a:ext>
            </a:extLst>
          </p:cNvPr>
          <p:cNvSpPr/>
          <p:nvPr/>
        </p:nvSpPr>
        <p:spPr>
          <a:xfrm>
            <a:off x="2414401" y="4126796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Anniversary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032BF5-53C0-DEFE-B046-17FC05C22AC7}"/>
              </a:ext>
            </a:extLst>
          </p:cNvPr>
          <p:cNvSpPr/>
          <p:nvPr/>
        </p:nvSpPr>
        <p:spPr>
          <a:xfrm>
            <a:off x="3960458" y="2363774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Characters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B76A69-A2C7-57DC-23B3-E1BC0BA2C512}"/>
              </a:ext>
            </a:extLst>
          </p:cNvPr>
          <p:cNvSpPr/>
          <p:nvPr/>
        </p:nvSpPr>
        <p:spPr>
          <a:xfrm>
            <a:off x="5477073" y="2363773"/>
            <a:ext cx="1223084" cy="1029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piece miniatures and Collectibles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A4C9A4-1739-82F4-153B-181A699EC40D}"/>
              </a:ext>
            </a:extLst>
          </p:cNvPr>
          <p:cNvSpPr/>
          <p:nvPr/>
        </p:nvSpPr>
        <p:spPr>
          <a:xfrm>
            <a:off x="7000342" y="2363774"/>
            <a:ext cx="1223084" cy="625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62D083-847D-B507-509D-3650291EEF6B}"/>
              </a:ext>
            </a:extLst>
          </p:cNvPr>
          <p:cNvCxnSpPr>
            <a:stCxn id="6" idx="3"/>
            <a:endCxn id="12" idx="0"/>
          </p:cNvCxnSpPr>
          <p:nvPr/>
        </p:nvCxnSpPr>
        <p:spPr>
          <a:xfrm>
            <a:off x="4572000" y="967310"/>
            <a:ext cx="6654" cy="488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C563C3F-1BF9-746C-972B-B92A9AE9C7BE}"/>
              </a:ext>
            </a:extLst>
          </p:cNvPr>
          <p:cNvCxnSpPr>
            <a:endCxn id="35" idx="0"/>
          </p:cNvCxnSpPr>
          <p:nvPr/>
        </p:nvCxnSpPr>
        <p:spPr>
          <a:xfrm>
            <a:off x="4566622" y="2081432"/>
            <a:ext cx="0" cy="282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EB277C-D4B8-F1A5-FC3E-E242EE922A4E}"/>
              </a:ext>
            </a:extLst>
          </p:cNvPr>
          <p:cNvCxnSpPr/>
          <p:nvPr/>
        </p:nvCxnSpPr>
        <p:spPr>
          <a:xfrm>
            <a:off x="1430602" y="1224862"/>
            <a:ext cx="6185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8596DEC-6783-85D3-36DD-257DC1A0FF5E}"/>
              </a:ext>
            </a:extLst>
          </p:cNvPr>
          <p:cNvCxnSpPr/>
          <p:nvPr/>
        </p:nvCxnSpPr>
        <p:spPr>
          <a:xfrm>
            <a:off x="1430602" y="1224862"/>
            <a:ext cx="0" cy="25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6FAD860-AE54-1B23-C7FA-510C0FD14897}"/>
              </a:ext>
            </a:extLst>
          </p:cNvPr>
          <p:cNvCxnSpPr/>
          <p:nvPr/>
        </p:nvCxnSpPr>
        <p:spPr>
          <a:xfrm>
            <a:off x="2983832" y="1224862"/>
            <a:ext cx="0" cy="230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275A0CA-C899-C048-7BD2-D23A578E3E38}"/>
              </a:ext>
            </a:extLst>
          </p:cNvPr>
          <p:cNvCxnSpPr/>
          <p:nvPr/>
        </p:nvCxnSpPr>
        <p:spPr>
          <a:xfrm>
            <a:off x="6051884" y="1224862"/>
            <a:ext cx="0" cy="230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F6F1772-E36F-1000-B67D-B3E332342207}"/>
              </a:ext>
            </a:extLst>
          </p:cNvPr>
          <p:cNvCxnSpPr>
            <a:endCxn id="13" idx="0"/>
          </p:cNvCxnSpPr>
          <p:nvPr/>
        </p:nvCxnSpPr>
        <p:spPr>
          <a:xfrm flipH="1">
            <a:off x="7611884" y="1224862"/>
            <a:ext cx="4105" cy="25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DFA7A6-C483-FE33-FA2B-5434AD12FED7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>
            <a:off x="1497296" y="2109664"/>
            <a:ext cx="0" cy="278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73640CC-3334-7C8A-C37A-83BC16693AB5}"/>
              </a:ext>
            </a:extLst>
          </p:cNvPr>
          <p:cNvCxnSpPr>
            <a:stCxn id="29" idx="2"/>
          </p:cNvCxnSpPr>
          <p:nvPr/>
        </p:nvCxnSpPr>
        <p:spPr>
          <a:xfrm>
            <a:off x="1497296" y="3014151"/>
            <a:ext cx="18683" cy="275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E4B8A3-A0E2-8B64-09FC-C90A080811A1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 flipH="1">
            <a:off x="1496814" y="3918638"/>
            <a:ext cx="241" cy="208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F3092E2-659F-76AE-C4BD-8257D2AAD818}"/>
              </a:ext>
            </a:extLst>
          </p:cNvPr>
          <p:cNvCxnSpPr>
            <a:stCxn id="11" idx="2"/>
            <a:endCxn id="32" idx="0"/>
          </p:cNvCxnSpPr>
          <p:nvPr/>
        </p:nvCxnSpPr>
        <p:spPr>
          <a:xfrm>
            <a:off x="3025943" y="2109664"/>
            <a:ext cx="0" cy="281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4704E5-9DE4-C95F-0405-0DCB76AFBA99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>
            <a:off x="3025943" y="3016731"/>
            <a:ext cx="0" cy="272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2E018B-9B0D-5B74-54B3-BCC3BB455699}"/>
              </a:ext>
            </a:extLst>
          </p:cNvPr>
          <p:cNvCxnSpPr/>
          <p:nvPr/>
        </p:nvCxnSpPr>
        <p:spPr>
          <a:xfrm>
            <a:off x="3025943" y="3915080"/>
            <a:ext cx="0" cy="211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B8835E0-B82A-59BC-795E-A10C0E9D063C}"/>
              </a:ext>
            </a:extLst>
          </p:cNvPr>
          <p:cNvCxnSpPr>
            <a:stCxn id="25" idx="2"/>
            <a:endCxn id="36" idx="0"/>
          </p:cNvCxnSpPr>
          <p:nvPr/>
        </p:nvCxnSpPr>
        <p:spPr>
          <a:xfrm>
            <a:off x="6083237" y="2109664"/>
            <a:ext cx="5378" cy="25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0028726-7D86-6A4B-2AB8-107EFF740033}"/>
              </a:ext>
            </a:extLst>
          </p:cNvPr>
          <p:cNvCxnSpPr>
            <a:endCxn id="37" idx="0"/>
          </p:cNvCxnSpPr>
          <p:nvPr/>
        </p:nvCxnSpPr>
        <p:spPr>
          <a:xfrm>
            <a:off x="7611884" y="2109664"/>
            <a:ext cx="0" cy="25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</TotalTime>
  <Words>171</Words>
  <Application>Microsoft Office PowerPoint</Application>
  <PresentationFormat>On-screen Show (16:9)</PresentationFormat>
  <Paragraphs>43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</vt:lpstr>
      <vt:lpstr>Montserrat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Ciel Palacio</dc:creator>
  <cp:lastModifiedBy>mikefillar21@gmail.com</cp:lastModifiedBy>
  <cp:revision>23</cp:revision>
  <dcterms:modified xsi:type="dcterms:W3CDTF">2023-02-23T02:29:16Z</dcterms:modified>
</cp:coreProperties>
</file>