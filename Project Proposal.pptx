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61" r:id="rId3"/>
    <p:sldId id="262" r:id="rId4"/>
    <p:sldId id="257" r:id="rId5"/>
    <p:sldId id="258" r:id="rId6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8"/>
      <p:bold r:id="rId9"/>
      <p:italic r:id="rId10"/>
      <p:boldItalic r:id="rId11"/>
    </p:embeddedFont>
    <p:embeddedFont>
      <p:font typeface="Roboto" panose="02000000000000000000" pitchFamily="2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kefillar21@gmail.com" initials="m" lastIdx="1" clrIdx="0">
    <p:extLst>
      <p:ext uri="{19B8F6BF-5375-455C-9EA6-DF929625EA0E}">
        <p15:presenceInfo xmlns:p15="http://schemas.microsoft.com/office/powerpoint/2012/main" userId="1600ce0ef1b0b37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3555" autoAdjust="0"/>
  </p:normalViewPr>
  <p:slideViewPr>
    <p:cSldViewPr snapToGrid="0">
      <p:cViewPr varScale="1">
        <p:scale>
          <a:sx n="80" d="100"/>
          <a:sy n="80" d="100"/>
        </p:scale>
        <p:origin x="1116" y="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39937619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0e68235005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0e68235005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6843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10e68235005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10e68235005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fontAlgn="auto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33279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10e68235005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10e68235005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69620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10e92d018b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10e92d018b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70128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3">
            <a:alphaModFix/>
          </a:blip>
          <a:srcRect t="89" b="99"/>
          <a:stretch/>
        </p:blipFill>
        <p:spPr>
          <a:xfrm>
            <a:off x="0" y="0"/>
            <a:ext cx="9143990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8100" y="209425"/>
            <a:ext cx="1152502" cy="38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81500" y="4790750"/>
            <a:ext cx="736900" cy="1392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278100" y="4714125"/>
            <a:ext cx="8931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latin typeface="Montserrat"/>
                <a:ea typeface="Montserrat"/>
                <a:cs typeface="Montserrat"/>
                <a:sym typeface="Montserrat"/>
              </a:rPr>
              <a:t>Powered by</a:t>
            </a:r>
            <a:endParaRPr sz="7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76249" y="1714500"/>
            <a:ext cx="4382965" cy="2523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 b="1" dirty="0">
                <a:latin typeface="Roboto"/>
                <a:ea typeface="Roboto"/>
                <a:cs typeface="Roboto"/>
                <a:sym typeface="Roboto"/>
              </a:rPr>
              <a:t>Project Proposal</a:t>
            </a:r>
            <a:endParaRPr sz="38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Roboto"/>
                <a:ea typeface="Roboto"/>
                <a:cs typeface="Roboto"/>
                <a:sym typeface="Roboto"/>
              </a:rPr>
              <a:t>Title: One Piece Gallery</a:t>
            </a:r>
            <a:endParaRPr sz="20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Roboto"/>
                <a:ea typeface="Roboto"/>
                <a:cs typeface="Roboto"/>
                <a:sym typeface="Roboto"/>
              </a:rPr>
              <a:t>Team members and roles: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Roboto"/>
                <a:ea typeface="Roboto"/>
                <a:cs typeface="Roboto"/>
                <a:sym typeface="Roboto"/>
              </a:rPr>
              <a:t>Mike Fillar</a:t>
            </a:r>
            <a:endParaRPr sz="20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9" name="Google Shape;59;p13"/>
          <p:cNvSpPr txBox="1"/>
          <p:nvPr/>
        </p:nvSpPr>
        <p:spPr>
          <a:xfrm>
            <a:off x="6034840" y="116775"/>
            <a:ext cx="3000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 dirty="0">
                <a:solidFill>
                  <a:schemeClr val="lt1"/>
                </a:solidFill>
              </a:rPr>
              <a:t>Project no. 1</a:t>
            </a:r>
            <a:endParaRPr dirty="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755" y="-45836"/>
            <a:ext cx="914399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8100" y="145325"/>
            <a:ext cx="1152502" cy="38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81500" y="4790750"/>
            <a:ext cx="736900" cy="13925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4"/>
          <p:cNvSpPr txBox="1"/>
          <p:nvPr/>
        </p:nvSpPr>
        <p:spPr>
          <a:xfrm>
            <a:off x="278100" y="4714125"/>
            <a:ext cx="8931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latin typeface="Montserrat"/>
                <a:ea typeface="Montserrat"/>
                <a:cs typeface="Montserrat"/>
                <a:sym typeface="Montserrat"/>
              </a:rPr>
              <a:t>Powered by</a:t>
            </a:r>
            <a:endParaRPr sz="700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528450" y="1218425"/>
            <a:ext cx="4086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Project Description </a:t>
            </a:r>
            <a:endParaRPr sz="2400" b="1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" name="Google Shape;70;p14"/>
          <p:cNvSpPr/>
          <p:nvPr/>
        </p:nvSpPr>
        <p:spPr>
          <a:xfrm>
            <a:off x="6348650" y="209850"/>
            <a:ext cx="2369700" cy="255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1" name="Google Shape;71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445425" y="243425"/>
            <a:ext cx="188175" cy="1881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9;p14">
            <a:extLst>
              <a:ext uri="{FF2B5EF4-FFF2-40B4-BE49-F238E27FC236}">
                <a16:creationId xmlns:a16="http://schemas.microsoft.com/office/drawing/2014/main" id="{3C4324A1-B68A-8110-F9FB-484E36CAACE4}"/>
              </a:ext>
            </a:extLst>
          </p:cNvPr>
          <p:cNvSpPr txBox="1"/>
          <p:nvPr/>
        </p:nvSpPr>
        <p:spPr>
          <a:xfrm>
            <a:off x="278100" y="1618625"/>
            <a:ext cx="7601100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39700" lvl="0" algn="l" rtl="0">
              <a:spcBef>
                <a:spcPts val="0"/>
              </a:spcBef>
              <a:spcAft>
                <a:spcPts val="0"/>
              </a:spcAft>
              <a:buSzPts val="1400"/>
            </a:pP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	is a site wherein you can browse one piece characters. There’s also products corresponding the characters.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68;p14">
            <a:extLst>
              <a:ext uri="{FF2B5EF4-FFF2-40B4-BE49-F238E27FC236}">
                <a16:creationId xmlns:a16="http://schemas.microsoft.com/office/drawing/2014/main" id="{C7E9EDFB-CA51-0DEA-6695-5CEFA2592E44}"/>
              </a:ext>
            </a:extLst>
          </p:cNvPr>
          <p:cNvSpPr txBox="1"/>
          <p:nvPr/>
        </p:nvSpPr>
        <p:spPr>
          <a:xfrm>
            <a:off x="528450" y="2394842"/>
            <a:ext cx="4086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Target User:</a:t>
            </a:r>
            <a:endParaRPr sz="2400" b="1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" name="Google Shape;69;p14">
            <a:extLst>
              <a:ext uri="{FF2B5EF4-FFF2-40B4-BE49-F238E27FC236}">
                <a16:creationId xmlns:a16="http://schemas.microsoft.com/office/drawing/2014/main" id="{A5E89D27-E72A-B04B-D5E7-FFE57BE71954}"/>
              </a:ext>
            </a:extLst>
          </p:cNvPr>
          <p:cNvSpPr txBox="1"/>
          <p:nvPr/>
        </p:nvSpPr>
        <p:spPr>
          <a:xfrm>
            <a:off x="528450" y="2772100"/>
            <a:ext cx="7601100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25450" lvl="0" indent="-285750" algn="l" rtl="0"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One piece fanatics</a:t>
            </a:r>
          </a:p>
          <a:p>
            <a:pPr marL="425450" lvl="0" indent="-285750" algn="l" rtl="0"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People who’s curious about One piece</a:t>
            </a:r>
          </a:p>
          <a:p>
            <a:pPr marL="425450" lvl="0" indent="-285750" algn="l" rtl="0"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Neutral peoples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835248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64;p14">
            <a:extLst>
              <a:ext uri="{FF2B5EF4-FFF2-40B4-BE49-F238E27FC236}">
                <a16:creationId xmlns:a16="http://schemas.microsoft.com/office/drawing/2014/main" id="{08CF7EE6-48D2-03AF-E8D7-47DBF2E8E24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2755" y="-45836"/>
            <a:ext cx="914399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70;p14">
            <a:extLst>
              <a:ext uri="{FF2B5EF4-FFF2-40B4-BE49-F238E27FC236}">
                <a16:creationId xmlns:a16="http://schemas.microsoft.com/office/drawing/2014/main" id="{AE575A68-05A8-AE92-C1F3-BB75AF3A7AF3}"/>
              </a:ext>
            </a:extLst>
          </p:cNvPr>
          <p:cNvSpPr/>
          <p:nvPr/>
        </p:nvSpPr>
        <p:spPr>
          <a:xfrm>
            <a:off x="6348650" y="209850"/>
            <a:ext cx="2369700" cy="255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" name="Google Shape;71;p14">
            <a:extLst>
              <a:ext uri="{FF2B5EF4-FFF2-40B4-BE49-F238E27FC236}">
                <a16:creationId xmlns:a16="http://schemas.microsoft.com/office/drawing/2014/main" id="{928C51C1-B88A-33A4-A6F8-7622445FFEA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45425" y="243425"/>
            <a:ext cx="188175" cy="18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66;p14">
            <a:extLst>
              <a:ext uri="{FF2B5EF4-FFF2-40B4-BE49-F238E27FC236}">
                <a16:creationId xmlns:a16="http://schemas.microsoft.com/office/drawing/2014/main" id="{15EAEC07-0CE1-61EC-1F03-20AC326F86C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81500" y="4790750"/>
            <a:ext cx="736900" cy="13925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67;p14">
            <a:extLst>
              <a:ext uri="{FF2B5EF4-FFF2-40B4-BE49-F238E27FC236}">
                <a16:creationId xmlns:a16="http://schemas.microsoft.com/office/drawing/2014/main" id="{70AF5879-4F27-1D87-542A-38A81EE4804C}"/>
              </a:ext>
            </a:extLst>
          </p:cNvPr>
          <p:cNvSpPr txBox="1"/>
          <p:nvPr/>
        </p:nvSpPr>
        <p:spPr>
          <a:xfrm>
            <a:off x="278100" y="4714125"/>
            <a:ext cx="8931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latin typeface="Montserrat"/>
                <a:ea typeface="Montserrat"/>
                <a:cs typeface="Montserrat"/>
                <a:sym typeface="Montserrat"/>
              </a:rPr>
              <a:t>Powered by</a:t>
            </a:r>
            <a:endParaRPr sz="700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" name="Google Shape;65;p14">
            <a:extLst>
              <a:ext uri="{FF2B5EF4-FFF2-40B4-BE49-F238E27FC236}">
                <a16:creationId xmlns:a16="http://schemas.microsoft.com/office/drawing/2014/main" id="{9AD8EEDE-54C6-B794-7E53-6D63279F8490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8100" y="145325"/>
            <a:ext cx="1152502" cy="3843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8;p14">
            <a:extLst>
              <a:ext uri="{FF2B5EF4-FFF2-40B4-BE49-F238E27FC236}">
                <a16:creationId xmlns:a16="http://schemas.microsoft.com/office/drawing/2014/main" id="{F96E2839-69AC-C5E0-B19E-5F1005945EF6}"/>
              </a:ext>
            </a:extLst>
          </p:cNvPr>
          <p:cNvSpPr txBox="1"/>
          <p:nvPr/>
        </p:nvSpPr>
        <p:spPr>
          <a:xfrm>
            <a:off x="528450" y="1218425"/>
            <a:ext cx="4086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Project Objectives </a:t>
            </a:r>
            <a:endParaRPr sz="2400" b="1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" name="Google Shape;69;p14">
            <a:extLst>
              <a:ext uri="{FF2B5EF4-FFF2-40B4-BE49-F238E27FC236}">
                <a16:creationId xmlns:a16="http://schemas.microsoft.com/office/drawing/2014/main" id="{77794B0E-43B1-4FB0-686A-EBE42D42A729}"/>
              </a:ext>
            </a:extLst>
          </p:cNvPr>
          <p:cNvSpPr txBox="1"/>
          <p:nvPr/>
        </p:nvSpPr>
        <p:spPr>
          <a:xfrm>
            <a:off x="528450" y="1694948"/>
            <a:ext cx="7601100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25450" lvl="0" indent="-285750" algn="l" rtl="0"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To innovate the system</a:t>
            </a:r>
          </a:p>
          <a:p>
            <a:pPr marL="425450" lvl="0" indent="-285750" algn="l" rtl="0"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To increase more audience</a:t>
            </a:r>
          </a:p>
          <a:p>
            <a:pPr marL="425450" lvl="0" indent="-285750" algn="l" rtl="0"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637936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29308"/>
            <a:ext cx="914399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8100" y="145325"/>
            <a:ext cx="1152502" cy="38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81500" y="4790750"/>
            <a:ext cx="736900" cy="13925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4"/>
          <p:cNvSpPr txBox="1"/>
          <p:nvPr/>
        </p:nvSpPr>
        <p:spPr>
          <a:xfrm>
            <a:off x="278100" y="4714125"/>
            <a:ext cx="8931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latin typeface="Montserrat"/>
                <a:ea typeface="Montserrat"/>
                <a:cs typeface="Montserrat"/>
                <a:sym typeface="Montserrat"/>
              </a:rPr>
              <a:t>Powered by</a:t>
            </a:r>
            <a:endParaRPr sz="7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528450" y="1218425"/>
            <a:ext cx="4086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Define Deliverables and Goals</a:t>
            </a:r>
            <a:endParaRPr sz="2400" b="1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514350" y="1515375"/>
            <a:ext cx="7601100" cy="1046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en-PH" dirty="0">
                <a:latin typeface="Roboto"/>
                <a:ea typeface="Roboto"/>
                <a:cs typeface="Roboto"/>
                <a:sym typeface="Roboto"/>
              </a:rPr>
              <a:t>Present  the project timeline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Set goals that align with the deliverables you’re producing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endParaRPr b="1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" name="Google Shape;70;p14"/>
          <p:cNvSpPr/>
          <p:nvPr/>
        </p:nvSpPr>
        <p:spPr>
          <a:xfrm>
            <a:off x="6348650" y="209850"/>
            <a:ext cx="2369700" cy="255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1" name="Google Shape;71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445425" y="243425"/>
            <a:ext cx="188175" cy="18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77;p15">
            <a:extLst>
              <a:ext uri="{FF2B5EF4-FFF2-40B4-BE49-F238E27FC236}">
                <a16:creationId xmlns:a16="http://schemas.microsoft.com/office/drawing/2014/main" id="{0AA7D6A3-82BC-FB8A-CD36-52461A791F6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7405" y="0"/>
            <a:ext cx="914399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78;p15">
            <a:extLst>
              <a:ext uri="{FF2B5EF4-FFF2-40B4-BE49-F238E27FC236}">
                <a16:creationId xmlns:a16="http://schemas.microsoft.com/office/drawing/2014/main" id="{ECC3A5B9-0F5B-9486-3AB6-C67A4F5E8CC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8100" y="145325"/>
            <a:ext cx="1152502" cy="38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9;p15">
            <a:extLst>
              <a:ext uri="{FF2B5EF4-FFF2-40B4-BE49-F238E27FC236}">
                <a16:creationId xmlns:a16="http://schemas.microsoft.com/office/drawing/2014/main" id="{E5ECB6F9-A006-5B4D-26A0-279BBE0F78D9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81500" y="4790750"/>
            <a:ext cx="736900" cy="1392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80;p15">
            <a:extLst>
              <a:ext uri="{FF2B5EF4-FFF2-40B4-BE49-F238E27FC236}">
                <a16:creationId xmlns:a16="http://schemas.microsoft.com/office/drawing/2014/main" id="{CD1F232D-0886-3C06-5AD9-1EE6505FE133}"/>
              </a:ext>
            </a:extLst>
          </p:cNvPr>
          <p:cNvSpPr txBox="1"/>
          <p:nvPr/>
        </p:nvSpPr>
        <p:spPr>
          <a:xfrm>
            <a:off x="278100" y="4714125"/>
            <a:ext cx="8931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latin typeface="Montserrat"/>
                <a:ea typeface="Montserrat"/>
                <a:cs typeface="Montserrat"/>
                <a:sym typeface="Montserrat"/>
              </a:rPr>
              <a:t>Powered by</a:t>
            </a:r>
            <a:endParaRPr sz="7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" name="Google Shape;81;p15">
            <a:extLst>
              <a:ext uri="{FF2B5EF4-FFF2-40B4-BE49-F238E27FC236}">
                <a16:creationId xmlns:a16="http://schemas.microsoft.com/office/drawing/2014/main" id="{B6F0FA24-D287-80B0-F00F-EED877BEA85F}"/>
              </a:ext>
            </a:extLst>
          </p:cNvPr>
          <p:cNvSpPr txBox="1"/>
          <p:nvPr/>
        </p:nvSpPr>
        <p:spPr>
          <a:xfrm>
            <a:off x="528450" y="1218425"/>
            <a:ext cx="40863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Hierarchical Sitemap</a:t>
            </a:r>
            <a:endParaRPr sz="2400" b="1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" name="Google Shape;83;p15">
            <a:extLst>
              <a:ext uri="{FF2B5EF4-FFF2-40B4-BE49-F238E27FC236}">
                <a16:creationId xmlns:a16="http://schemas.microsoft.com/office/drawing/2014/main" id="{C24F5373-4CC5-4CF9-9F1F-8D245FCB51DF}"/>
              </a:ext>
            </a:extLst>
          </p:cNvPr>
          <p:cNvSpPr/>
          <p:nvPr/>
        </p:nvSpPr>
        <p:spPr>
          <a:xfrm>
            <a:off x="6348650" y="209850"/>
            <a:ext cx="2369700" cy="2553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Google Shape;84;p15">
            <a:extLst>
              <a:ext uri="{FF2B5EF4-FFF2-40B4-BE49-F238E27FC236}">
                <a16:creationId xmlns:a16="http://schemas.microsoft.com/office/drawing/2014/main" id="{3EE9722D-8C49-E871-B6C7-9300567D154A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445425" y="243425"/>
            <a:ext cx="188175" cy="1881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B279B1E-B6D0-A77A-37D0-E7EFC81FBFD9}"/>
              </a:ext>
            </a:extLst>
          </p:cNvPr>
          <p:cNvSpPr/>
          <p:nvPr/>
        </p:nvSpPr>
        <p:spPr>
          <a:xfrm>
            <a:off x="3741823" y="1218425"/>
            <a:ext cx="1528010" cy="6103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One piece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73DAF4-609D-BBB3-F59E-465057D1D67C}"/>
              </a:ext>
            </a:extLst>
          </p:cNvPr>
          <p:cNvSpPr/>
          <p:nvPr/>
        </p:nvSpPr>
        <p:spPr>
          <a:xfrm>
            <a:off x="2499898" y="2311481"/>
            <a:ext cx="1223084" cy="6256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7C5A15-862F-9007-D230-0C9A2E6C5F08}"/>
              </a:ext>
            </a:extLst>
          </p:cNvPr>
          <p:cNvSpPr/>
          <p:nvPr/>
        </p:nvSpPr>
        <p:spPr>
          <a:xfrm>
            <a:off x="3900298" y="2311481"/>
            <a:ext cx="1223084" cy="6256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Products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191129-506B-7D7B-2574-D50B7B453F31}"/>
              </a:ext>
            </a:extLst>
          </p:cNvPr>
          <p:cNvSpPr/>
          <p:nvPr/>
        </p:nvSpPr>
        <p:spPr>
          <a:xfrm>
            <a:off x="5269340" y="2311481"/>
            <a:ext cx="1223084" cy="6256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About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C3EE66-EF38-2714-ACCE-63ADD535BA69}"/>
              </a:ext>
            </a:extLst>
          </p:cNvPr>
          <p:cNvSpPr/>
          <p:nvPr/>
        </p:nvSpPr>
        <p:spPr>
          <a:xfrm>
            <a:off x="2499898" y="3514639"/>
            <a:ext cx="1223084" cy="6256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Characters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51322C-8BB5-5CCD-56DF-0931995A7163}"/>
              </a:ext>
            </a:extLst>
          </p:cNvPr>
          <p:cNvSpPr/>
          <p:nvPr/>
        </p:nvSpPr>
        <p:spPr>
          <a:xfrm>
            <a:off x="3900298" y="3514639"/>
            <a:ext cx="1223084" cy="6256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Checkout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3A3773-5D30-F487-D785-D7B4C053F206}"/>
              </a:ext>
            </a:extLst>
          </p:cNvPr>
          <p:cNvSpPr/>
          <p:nvPr/>
        </p:nvSpPr>
        <p:spPr>
          <a:xfrm>
            <a:off x="5269340" y="3514639"/>
            <a:ext cx="1223084" cy="6256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About Us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1923108-AB25-1641-B0BC-C5EA4E03FB64}"/>
              </a:ext>
            </a:extLst>
          </p:cNvPr>
          <p:cNvCxnSpPr>
            <a:stCxn id="10" idx="2"/>
            <a:endCxn id="14" idx="0"/>
          </p:cNvCxnSpPr>
          <p:nvPr/>
        </p:nvCxnSpPr>
        <p:spPr>
          <a:xfrm>
            <a:off x="3111440" y="2937123"/>
            <a:ext cx="0" cy="5775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5643FBC-D1CB-992A-EA2F-97E7B5346C62}"/>
              </a:ext>
            </a:extLst>
          </p:cNvPr>
          <p:cNvCxnSpPr>
            <a:stCxn id="11" idx="2"/>
            <a:endCxn id="15" idx="0"/>
          </p:cNvCxnSpPr>
          <p:nvPr/>
        </p:nvCxnSpPr>
        <p:spPr>
          <a:xfrm>
            <a:off x="4511840" y="2937123"/>
            <a:ext cx="0" cy="5775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C0B0C0D-5888-6D7B-D47E-DE2E2CAEF95D}"/>
              </a:ext>
            </a:extLst>
          </p:cNvPr>
          <p:cNvCxnSpPr>
            <a:stCxn id="13" idx="2"/>
            <a:endCxn id="16" idx="0"/>
          </p:cNvCxnSpPr>
          <p:nvPr/>
        </p:nvCxnSpPr>
        <p:spPr>
          <a:xfrm>
            <a:off x="5880882" y="2937123"/>
            <a:ext cx="0" cy="5775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94B5463-DEB1-C435-E465-56FAF59B834A}"/>
              </a:ext>
            </a:extLst>
          </p:cNvPr>
          <p:cNvCxnSpPr>
            <a:stCxn id="9" idx="2"/>
          </p:cNvCxnSpPr>
          <p:nvPr/>
        </p:nvCxnSpPr>
        <p:spPr>
          <a:xfrm>
            <a:off x="4505828" y="1828800"/>
            <a:ext cx="0" cy="2045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8BEC5B3-0501-4DA4-458B-08D2764094B3}"/>
              </a:ext>
            </a:extLst>
          </p:cNvPr>
          <p:cNvCxnSpPr/>
          <p:nvPr/>
        </p:nvCxnSpPr>
        <p:spPr>
          <a:xfrm>
            <a:off x="3111440" y="2033337"/>
            <a:ext cx="276944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663493E-FD8F-39AB-72F4-F5AB4E334927}"/>
              </a:ext>
            </a:extLst>
          </p:cNvPr>
          <p:cNvCxnSpPr>
            <a:endCxn id="10" idx="0"/>
          </p:cNvCxnSpPr>
          <p:nvPr/>
        </p:nvCxnSpPr>
        <p:spPr>
          <a:xfrm>
            <a:off x="3111440" y="2033337"/>
            <a:ext cx="0" cy="278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D794603-AD54-97E5-E10D-BC21322553F8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511840" y="2033337"/>
            <a:ext cx="0" cy="278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C4DECEB-E592-EADD-9011-CE119CABDD91}"/>
              </a:ext>
            </a:extLst>
          </p:cNvPr>
          <p:cNvCxnSpPr>
            <a:endCxn id="13" idx="0"/>
          </p:cNvCxnSpPr>
          <p:nvPr/>
        </p:nvCxnSpPr>
        <p:spPr>
          <a:xfrm>
            <a:off x="5880882" y="2033337"/>
            <a:ext cx="0" cy="278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1042</TotalTime>
  <Words>101</Words>
  <Application>Microsoft Office PowerPoint</Application>
  <PresentationFormat>On-screen Show (16:9)</PresentationFormat>
  <Paragraphs>32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Montserrat</vt:lpstr>
      <vt:lpstr>Roboto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Ciel Palacio</dc:creator>
  <cp:lastModifiedBy>mikefillar21@gmail.com</cp:lastModifiedBy>
  <cp:revision>12</cp:revision>
  <dcterms:modified xsi:type="dcterms:W3CDTF">2023-02-14T01:39:56Z</dcterms:modified>
</cp:coreProperties>
</file>